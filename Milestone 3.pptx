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48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114800" cy="4114800"/>
          </a:xfrm>
          <a:prstGeom prst="ellipse">
            <a:avLst/>
          </a:prstGeom>
          <a:solidFill>
            <a:srgbClr val="1F5FA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F5FA8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1488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ACCIDENT TRANSPORTATION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8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175504" y="3794760"/>
            <a:ext cx="1828800" cy="27432"/>
          </a:xfrm>
          <a:prstGeom prst="rect">
            <a:avLst/>
          </a:prstGeom>
          <a:solidFill>
            <a:srgbClr val="8FB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1148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39596" y="470916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B8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39596" y="4709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Pavana 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31436" y="470916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B8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1436" y="4709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Shaista Sultana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23276" y="470916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B8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3276" y="4709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Subasri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INTELLIGENCE MAPS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811" y="1014984"/>
            <a:ext cx="9719329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pavana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811" y="1014984"/>
            <a:ext cx="9646177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RISK-SURFACE VISUALIZATION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811" y="1014984"/>
            <a:ext cx="9719329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pavana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87" y="1051560"/>
            <a:ext cx="9646177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PERFORMANCE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811" y="1014984"/>
            <a:ext cx="9719329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pavana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87" y="1051560"/>
            <a:ext cx="9646177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DEPLOYMENT &amp; OPERATIONAL COVERAGE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811" y="1014984"/>
            <a:ext cx="9719329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pavana-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387" y="1051560"/>
            <a:ext cx="9646177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INTELLIGENCE MAPS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9200" y="1014984"/>
            <a:ext cx="9990552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shaista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76" y="1051560"/>
            <a:ext cx="99174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SURFACE VISUALIZATION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9200" y="1014984"/>
            <a:ext cx="9990552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shaista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76" y="1051560"/>
            <a:ext cx="99174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PERFORMANCE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9200" y="1014984"/>
            <a:ext cx="9990552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shaista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76" y="1051560"/>
            <a:ext cx="99174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DEPLOYMENT &amp; OPERATIONAL COVERAGE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9200" y="1014984"/>
            <a:ext cx="9990552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shaista-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76" y="1051560"/>
            <a:ext cx="99174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ACCIDENT OVERVIEW &amp; SEVERITY ANALYSIS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9820" y="1014984"/>
            <a:ext cx="9989312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subasri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396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 CAUSE &amp; COLLISION DEEP DIVE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9820" y="1014984"/>
            <a:ext cx="9989312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subasri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396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&amp; VEHICLE DEMOGRAPHIC PROFILE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9820" y="1014984"/>
            <a:ext cx="9989312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subasri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396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73736"/>
            <a:ext cx="530352" cy="53035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73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&amp; ENVIRONMENTAL CONDITIONS IMPACT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2801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 err="1">
                <a:solidFill>
                  <a:srgbClr val="A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9820" y="1014984"/>
            <a:ext cx="9989312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38100" dir="5400000" algn="bl" rotWithShape="0">
              <a:srgbClr val="1B2A3D">
                <a:alpha val="25000"/>
              </a:srgbClr>
            </a:outerShdw>
          </a:effectLst>
        </p:spPr>
      </p:sp>
      <p:pic>
        <p:nvPicPr>
          <p:cNvPr id="8" name="Image 0" descr="/home/claude/work/imgs/subasri-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396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11274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8076" y="10972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9244" y="1280160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9244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85316" y="1261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&amp; Severity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66444" y="1746504"/>
            <a:ext cx="4087609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12,316 total accidents recorded 18.22K casualties, with Slight Injury dominating at 84.6% and Fatal Injury at just 1.5% of cases.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1636" y="10972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32804" y="1280160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2804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🛣️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261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&amp; Weather Conditions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91172" y="1737360"/>
            <a:ext cx="37232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Asphalt roads account for 11.5K (93%) of accidents; Normal weather and Dry surfaces see the highest incident counts, not adverse conditions</a:t>
            </a: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" y="2990088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" y="3172968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9244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85316" y="3154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Patterns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35024" y="3575304"/>
            <a:ext cx="4489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Accidents peak sharply in the evening (around hour 17-18, ~1,228 incidents) and are lowest between 2-5 AM; Friday records the most incidents by day.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31636" y="2990088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32804" y="3172968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32804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🚦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154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Causes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90004" y="3557016"/>
            <a:ext cx="4489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No distancing, changing lanes (left/right), and driving carelessly are the top causes, together driving the majority of casualties.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" y="4882896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9244" y="5065776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9244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85316" y="50474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Locations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467612" y="5449824"/>
            <a:ext cx="3465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Office and residential areas report the most critical/high-risk incidents, while automobiles and lorries contribute 75% of total incidents.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31636" y="4882896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32804" y="5065776"/>
            <a:ext cx="457200" cy="45720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32804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08876" y="50474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Demographics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90588" y="5449824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Drivers aged 18-30 and those with 5-10 years of experience are involved in the highest share of casualties; junior high school is the most common education level.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114800" cy="4114800"/>
          </a:xfrm>
          <a:prstGeom prst="ellipse">
            <a:avLst/>
          </a:prstGeom>
          <a:solidFill>
            <a:srgbClr val="1F5FA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F5FA8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 |  Pavana R  •  Shaista Sultana  •  Subasri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283</Words>
  <Application>Microsoft Office PowerPoint</Application>
  <PresentationFormat>Widescreen</PresentationFormat>
  <Paragraphs>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Pavana R</cp:lastModifiedBy>
  <cp:revision>3</cp:revision>
  <dcterms:created xsi:type="dcterms:W3CDTF">2026-08-26T08:54:00Z</dcterms:created>
  <dcterms:modified xsi:type="dcterms:W3CDTF">2026-09-07T13:53:10Z</dcterms:modified>
</cp:coreProperties>
</file>