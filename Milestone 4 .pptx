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3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5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C3D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51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Assessment  •  Predictive Threat Analytics  •  Executive Dashboards  •  Forecasting &amp; Alerting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74320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375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Rhutuja Kshirsagar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521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Shaista Sultana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366760" y="4892040"/>
            <a:ext cx="457200" cy="457200"/>
          </a:xfrm>
          <a:prstGeom prst="ellipse">
            <a:avLst/>
          </a:prstGeom>
          <a:solidFill>
            <a:srgbClr val="1C3D5A"/>
          </a:solidFill>
          <a:ln w="15875">
            <a:solidFill>
              <a:srgbClr val="F4A3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545896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Subasri 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Security Risk Assessment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82074" y="1307592"/>
            <a:ext cx="8997372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security_risk_assessme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2" y="1197863"/>
            <a:ext cx="11658600" cy="53593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Predictive Threat Analytics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70750" y="1307592"/>
            <a:ext cx="9220019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predictive_threat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42" y="1307591"/>
            <a:ext cx="11237495" cy="52977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Executive Command-Center Dashboards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1121992" cy="5404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1DD7FA-3588-8B72-FFC9-318F71F3B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325880"/>
            <a:ext cx="11094720" cy="53858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46304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 Forecasting, Alerting, Security &amp; Performance Optimization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40946" y="1307592"/>
            <a:ext cx="8679628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  <a:prstDash val="solid"/>
          </a:ln>
          <a:effectLst>
            <a:outerShdw blurRad="101600" dist="38100" dir="5400000" algn="bl" rotWithShape="0">
              <a:srgbClr val="1B1F27">
                <a:alpha val="25000"/>
              </a:srgbClr>
            </a:outerShdw>
          </a:effectLst>
        </p:spPr>
      </p:sp>
      <p:pic>
        <p:nvPicPr>
          <p:cNvPr id="6" name="Image 0" descr="assets/forecasting_alerting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89" y="1197864"/>
            <a:ext cx="11309685" cy="54772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C3D5A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Accident Data into Actionable Safety Intelligence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dashboards, the project delivers an end-to-end view of road accident risk — from raw incident data to predictive threat scoring.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 consistently point to darkness without lighting, weekend timing, and lack of distancing as the strongest predictors of severe outcomes.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Command Center and Forecasting dashboards translate these findings into a 15.4% critical accident rate and an 11.38% alert rate, giving decision-makers a clear, monitorable baseline.</a:t>
            </a:r>
            <a:endParaRPr lang="en-US" sz="1500" dirty="0"/>
          </a:p>
          <a:p>
            <a:pPr marL="203200" indent="-203200">
              <a:lnSpc>
                <a:spcPts val="2200"/>
              </a:lnSpc>
              <a:spcAft>
                <a:spcPts val="1800"/>
              </a:spcAft>
              <a:buSzPct val="100000"/>
              <a:buChar char="●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dashboards equip stakeholders to prioritize interventions by location, time of day, and weather condition — improving both response speed and long-term road safety planning.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C3D5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754880"/>
            <a:ext cx="3840480" cy="3840480"/>
          </a:xfrm>
          <a:prstGeom prst="ellipse">
            <a:avLst/>
          </a:prstGeom>
          <a:solidFill>
            <a:srgbClr val="E63946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060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394960" y="3840480"/>
            <a:ext cx="137160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Road Accident Transportation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   •   Rhutuja Kshirsagar   •   Shaista Sultana   •   Subasri 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2701</TotalTime>
  <Words>209</Words>
  <Application>Microsoft Office PowerPoint</Application>
  <PresentationFormat>Widescreen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Pavana R</cp:lastModifiedBy>
  <cp:revision>3</cp:revision>
  <dcterms:created xsi:type="dcterms:W3CDTF">2026-09-03T12:05:44Z</dcterms:created>
  <dcterms:modified xsi:type="dcterms:W3CDTF">2026-09-06T09:51:02Z</dcterms:modified>
</cp:coreProperties>
</file>