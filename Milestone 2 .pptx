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30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DATA ANALYTICS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TRANSPORTATION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 Preprocessing  —  Milestone 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304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Rhutuja Kshirsagar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0196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Shaista Sultana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9088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Subasri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Milestone 1's raw, messy CSV to a clean, analysis-ready dataset — every transformation applied to the Road Transportation Accident dataset (12,316 rows × 32 columns).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76148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642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datetime &amp; category dtypes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6148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642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detection and capping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0416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9227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derived features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37947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40416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227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redundant / low-value columns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66948" y="50749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3695548" y="532180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9" name="Text 27"/>
          <p:cNvSpPr/>
          <p:nvPr/>
        </p:nvSpPr>
        <p:spPr>
          <a:xfrm>
            <a:off x="3695548" y="5321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27068" y="52029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27068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clean, model-ready dataset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Road Transportation Accident Dataset, loaded from CSV before any cleaning — every column falls into one of four natural groups.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8892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VEHICLE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what was involved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44728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 &amp; education of driver; vehicle type, ownership, service year and defects.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60604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142232" y="278892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ENVIRONMENT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42232" y="306324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42232" y="344728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type, road surface &amp; alignment, lighting and weather conditions.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75488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DETAILS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502920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happened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541324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involved, collision type, vehicle movement and cause of accident.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457200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4142232" y="475488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INFO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42232" y="502920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affected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42232" y="541324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class, sex, age band, severity, occupation and fitness.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606040"/>
            <a:ext cx="4434840" cy="365760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29260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SNAPSHOT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32918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12,316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7543800" y="39593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43891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543800" y="50566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548640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numeric  ·  30 categorical  ·  0 duplicate rows  ·  3.0 MB in memory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Optimized Types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column is complete, pandas still sees most of them as generic text. Two conversions make the data both correct and efficient to work with.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→  datetime64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(e.g. '17:02:00') is parsed with pd.to_datetime(), turning free text into a true time value pandas can extract hours, minutes and periods from.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047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→  category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29 remaining text columns are cast to pandas' category dtype, storing each unique label once and referencing it with lightweight integer codes.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2606040"/>
            <a:ext cx="4709160" cy="365760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9718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33832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strike="sngStrike" dirty="0">
                <a:solidFill>
                  <a:srgbClr val="9FA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MB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40233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452628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646.7 KB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269480" y="53492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smaller  ·  29 columns converted to category dtype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Time to Datetime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was stored as plain text (e.g. '17:02:00'), which pandas can't do arithmetic or extraction 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 with format='%H:%M:%S' parses it into a proper datetime64 type.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errors='coerce' converts any malformed or unparseable value to NaT instead of crashing the whole conversion.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unlocks later features like extracting the accident hour directly from the column.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Converting time column to datetime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df['Time'] = pd.to_datetime(
    df['Time'].astype(str).str.strip(),
    format='%H:%M:%S',
    errors='coerce'
)
df.info()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    12316 non-null   datetime64[ns]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Objects to Category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text (object) columns are converted to pandas' 'category' dtype.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dtype stores each unique label once and references it with lightweight integer codes internally.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 dropped from 3.0 MB to 646.7 KB — roughly a 78% reduction — with 29 of 32 columns now categorical.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also make later groupby, filtering and modeling operations faster.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remaining object columns to category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= df.select_dtypes(include='object').columns
df[cat_cols] = df[cat_cols].astype('category')
df.info()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dtypes: category(29), datetime64[ns](1), int64(2)
# memory usage: 646.7 KB   (was 3.0+ MB)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Detection &amp; Capping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Number_of_vehicles_involved and Number_of_casualties are checked for outliers using the IQR (Interquartile Range) rule.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are set at Q1 − 1.5×IQR and Q3 + 1.5×IQR; anything outside is flagged.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treatment: 3,976 outliers in vehicles involved and 720 in casualties.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deleting rows, extreme values are capped (clipped) to the bounds — 0 outliers remain and no data is lost.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DETECTION (IQR)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 = ['Number_of_vehicles_involved', 'Number_of_casualties']
limits = {}
for col in num_cols:
    Q1, Q3 = df[col].quantile(0.25), df[col].quantile(0.75)
    IQR = Q3 - Q1
    lower, upper = Q1 - 1.5*IQR, Q3 + 1.5*IQR
    limits[col] = (lower, upper)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HANDLING — IQR CAPPING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num_cols:
    lower, upper = limits[col]
    df[col] = df[col].clip(lower, upper)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Accident_Hour is extracted directly from the newly converted datetime Time column.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Time_Period buckets each hour into Morning, Afternoon, Evening or Night using a simple custom function.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precise timestamp into an interpretable pattern that's far easier to visualize and model against.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accident hour from Time column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df['Accident_Hour'] = df['Time'].dt.hour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time period feature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get_time_period(hour):
    if pd.isna(hour):
        return 'Unknown'
    elif 5 &lt;= hour &lt; 12:
        return 'Morning'
    elif 12 &lt;= hour &lt; 17:
        return 'Afternoon'
    elif 17 &lt;= hour &lt; 21:
        return 'Evening'
    else:
        return 'Night'
df['Time_Period'] = df['Accident_Hour'].apply(get_time_period)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Category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High_Risk_Weather flags accidents that occurred in Raining, Fog/mist or Snow conditions using np.where().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Vehicles_Category buckets the vehicle count into Low, Medium, High or Very High.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Casualties_Category buckets the casualty count into No Casualty, Low, Medium or High.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turn raw numeric fields into business-friendly severity tiers for reporting.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0" y="1225296"/>
            <a:ext cx="6234764" cy="521208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39841" y="1704153"/>
            <a:ext cx="5455919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Weather risk indicator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df['High_Risk_Weather'] = np.where(
    df['Weather_conditions'].isin(
        ['Raining', 'Fog or mist', 'Snow']), 1, 0)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Categorize vehicles involved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vehicle_category(v):
    if v &lt;= 1: return 'Low'
    elif v &lt;= 3: return 'Medium'
    elif v &lt;= 5: return 'High'
    else: return 'Very High'
df['Vehicles_Category'] = df[
    'Number_of_vehicles_involved'].apply(vehicle_category)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Categorize casualties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casualty_category(c):
    if c == 0: return 'No Casualty'
    elif c &lt;= 2: return 'Low'
    elif c &lt;= 5: return 'Medium'
    else: return 'High'
df['Casualties_Category'] = df[
    'Number_of_casualties'].apply(casualty_category)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Redundant Columns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dropped since it's now fully represented by Accident_Hour and Time_Period.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Pedestrian_movement, Work_of_casuality and Fitness_of_casuality are dropped as low-value / heavily-imputed columns.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 shrinks from (12,316 × 37) to a leaner (12,316 × 33) — fewer, more meaningful columns for modeling.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SELECTION — drop less useful columns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drop_cols = [
    'Time',                 # replaced by Accident_Hour
    'Pedestrian_movement',
    'Work_of_casuality',
    'Fitness_of_casuality'
]
df_selected = df.drop(columns=drop_cols)
print("Original Shape:", df.shape)        # (12316, 37)
print("Final Shape:", df_selected.shape)  # (12316, 33)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 Validation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 full check confirms zero missing values anywhere in df_selected.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12,316 rows × 33 columns — the same row count as the raw file, with no data dropped.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Mixed, optimized dtypes (category, int, float, object) balance memory efficiency with modeling readiness.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now clean, consistent and ready for the next milestone: analysis and modeling.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DATASET VALIDATION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print("Final Missing Values:",
      df_selected.isnull().sum().sum())      # 0
print("Final Shape:", df_selected.shape)     # (12316, 33)
print(df_selected.dtypes.value_counts())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category    29
# int64        2
# float64      1
# object      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—  Milestone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Pavana R  ·  Rhutuja Kshirsagar  ·  Shaista Sultana  ·  Subasri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1791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Pavana R</cp:lastModifiedBy>
  <cp:revision>3</cp:revision>
  <dcterms:created xsi:type="dcterms:W3CDTF">2026-08-13T05:35:00Z</dcterms:created>
  <dcterms:modified xsi:type="dcterms:W3CDTF">2026-08-13T14:18:55Z</dcterms:modified>
</cp:coreProperties>
</file>